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4864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91440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76072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612648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39496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566928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603504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GameHub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mini-games website built with HTML, CSS &amp; JavaScript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502920" cy="54864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part of the internship project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GameHub?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is a browser-based gaming website developed during the web development internship. It brings together a collection of classic mini-games — like Tic-Tac-Toe, Snake, and Memory Match — on a single, easy-to-navigate homepage, letting users pick and play instantly with no downloads or installs.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325112"/>
            <a:ext cx="128016" cy="128016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788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front-end fundamentals: HTML structure, CSS styling, JS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828032"/>
            <a:ext cx="128016" cy="128016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817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real, playable interactive applications — not just static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30952"/>
            <a:ext cx="128016" cy="128016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1846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portfolio-ready project hosted on GitHub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69164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1B1240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F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487168"/>
            <a:ext cx="109728" cy="109728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14" name="Text 12"/>
          <p:cNvSpPr/>
          <p:nvPr/>
        </p:nvSpPr>
        <p:spPr>
          <a:xfrm>
            <a:off x="7607808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07808" y="2642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&amp; game layout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3355848"/>
            <a:ext cx="109728" cy="109728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17" name="Text 15"/>
          <p:cNvSpPr/>
          <p:nvPr/>
        </p:nvSpPr>
        <p:spPr>
          <a:xfrm>
            <a:off x="7607808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07808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responsiveness &amp; animations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4224528"/>
            <a:ext cx="109728" cy="109728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07808" y="4379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logic, DOM &amp; event handling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5093208"/>
            <a:ext cx="109728" cy="109728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4937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07808" y="5248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hosting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— Web Dev Internship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Website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12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39F5C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8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Homepage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site and sees a homepage listing all available games as clickable cards.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3200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3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12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39F5C4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8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288036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Game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338328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card navigates to that game's dedicated HTML page, keeping each game self-contained.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07608" y="3200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3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12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39F5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8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288036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 Browser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338328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handles game logic — DOM manipulation, event listeners, and win/loss conditions — all client-side.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42248" y="3200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3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05256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1240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2148840"/>
            <a:ext cx="502920" cy="502920"/>
          </a:xfrm>
          <a:prstGeom prst="ellipse">
            <a:avLst/>
          </a:prstGeom>
          <a:solidFill>
            <a:srgbClr val="39F5C4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8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53728" y="288036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53728" y="3383280"/>
            <a:ext cx="2203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drives layout, styling, and animations, giving the player immediate visual feedback as they play.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— Web Dev Internship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USES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Uses &amp;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F5C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Entertainment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quick, no-install browser games for users to relax and play instantly.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D8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Demonstration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999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practical front-end development skills gained during the internship.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F5C4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Sandbox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29992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hands-on practice ground for JavaScript logic and game algorithms.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D8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056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live, shareable project for resumes, GitHub profile, and interviews.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886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F5C4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Foundation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5056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base structure that new games can be added to over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88620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D8A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5056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help explain core web concepts like DOM events and state handling to beginners.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— Web Dev Internship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Advantages &amp; Disadvantages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EAFB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— no installation required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fast-loading, even on low-end devices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works on any device with a modern browser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6634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readable codebase that's easy to extend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3492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open-source, hosted publicly on GitHub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0F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6060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simple games due to browser performance limits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291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backend, so there are no accounts or global leaderboards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977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multiplayer support between players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4663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46634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graphics compared to engine-based or native games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53492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5349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Progress/scores are not saved permanently across sessions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— Web Dev Internship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9F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GameHub Can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 and database to support user logins and persistent global leaderboards.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Games &amp; Polish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game library and add richer animations and sound effects.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5820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Mode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5820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real-time multiplayer using WebSockets for head-to-head play.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Upgrade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UI in React for better structure, reusability, and state management.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Version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site as a mobile app for offline play and app-store distribution.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B1240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5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8200" y="5120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keyboard navigation, colorblind-friendly themes, and screen-reader support.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GameHub — Web Dev Internship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28016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530352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5669280"/>
            <a:ext cx="164592" cy="164592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5852160"/>
            <a:ext cx="164592" cy="164592"/>
          </a:xfrm>
          <a:prstGeom prst="rect">
            <a:avLst/>
          </a:prstGeom>
          <a:solidFill>
            <a:srgbClr val="FF3D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502920" cy="54864"/>
          </a:xfrm>
          <a:prstGeom prst="rect">
            <a:avLst/>
          </a:prstGeom>
          <a:solidFill>
            <a:srgbClr val="39F5C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github.com/Ri8shi/webdev_intenship — games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2026-07-25T09:26:39Z</dcterms:created>
  <dcterms:modified xsi:type="dcterms:W3CDTF">2026-07-25T09:26:39Z</dcterms:modified>
</cp:coreProperties>
</file>